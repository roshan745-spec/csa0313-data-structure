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82" r:id="rId4"/>
    <p:sldId id="274" r:id="rId5"/>
    <p:sldId id="283" r:id="rId6"/>
    <p:sldId id="284" r:id="rId7"/>
    <p:sldId id="294" r:id="rId8"/>
    <p:sldId id="271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29F05-4303-496B-9357-061DCB5B08EE}" v="23" dt="2026-08-10T11:51:09.7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76" autoAdjust="0"/>
    <p:restoredTop sz="94622" autoAdjust="0"/>
  </p:normalViewPr>
  <p:slideViewPr>
    <p:cSldViewPr>
      <p:cViewPr varScale="1">
        <p:scale>
          <a:sx n="43" d="100"/>
          <a:sy n="43" d="100"/>
        </p:scale>
        <p:origin x="134" y="4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an R" userId="1ee295697b281842" providerId="LiveId" clId="{CA961842-F700-493C-9F9F-25B6721ED7A2}"/>
    <pc:docChg chg="undo custSel delSld modSld">
      <pc:chgData name="Roshan R" userId="1ee295697b281842" providerId="LiveId" clId="{CA961842-F700-493C-9F9F-25B6721ED7A2}" dt="2026-08-10T11:51:54.796" v="343" actId="12"/>
      <pc:docMkLst>
        <pc:docMk/>
      </pc:docMkLst>
      <pc:sldChg chg="modSp mod">
        <pc:chgData name="Roshan R" userId="1ee295697b281842" providerId="LiveId" clId="{CA961842-F700-493C-9F9F-25B6721ED7A2}" dt="2026-08-10T11:45:26.973" v="290" actId="113"/>
        <pc:sldMkLst>
          <pc:docMk/>
          <pc:sldMk cId="0" sldId="256"/>
        </pc:sldMkLst>
        <pc:spChg chg="mod">
          <ac:chgData name="Roshan R" userId="1ee295697b281842" providerId="LiveId" clId="{CA961842-F700-493C-9F9F-25B6721ED7A2}" dt="2026-08-10T11:16:15.156" v="114" actId="11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Roshan R" userId="1ee295697b281842" providerId="LiveId" clId="{CA961842-F700-493C-9F9F-25B6721ED7A2}" dt="2026-08-10T11:16:34.910" v="117" actId="113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oshan R" userId="1ee295697b281842" providerId="LiveId" clId="{CA961842-F700-493C-9F9F-25B6721ED7A2}" dt="2026-08-10T11:45:26.973" v="290" actId="113"/>
          <ac:spMkLst>
            <pc:docMk/>
            <pc:sldMk cId="0" sldId="256"/>
            <ac:spMk id="15" creationId="{CCEEE17D-B4B6-ABFA-CEC5-99EF084C8B3D}"/>
          </ac:spMkLst>
        </pc:spChg>
        <pc:spChg chg="mod">
          <ac:chgData name="Roshan R" userId="1ee295697b281842" providerId="LiveId" clId="{CA961842-F700-493C-9F9F-25B6721ED7A2}" dt="2026-08-10T11:16:21.975" v="115" actId="113"/>
          <ac:spMkLst>
            <pc:docMk/>
            <pc:sldMk cId="0" sldId="256"/>
            <ac:spMk id="17" creationId="{60CF6393-B220-1E9E-5AF3-7E9E56AC5F02}"/>
          </ac:spMkLst>
        </pc:spChg>
      </pc:sldChg>
      <pc:sldChg chg="addSp modSp mod">
        <pc:chgData name="Roshan R" userId="1ee295697b281842" providerId="LiveId" clId="{CA961842-F700-493C-9F9F-25B6721ED7A2}" dt="2026-08-10T11:25:34.632" v="190" actId="113"/>
        <pc:sldMkLst>
          <pc:docMk/>
          <pc:sldMk cId="0" sldId="258"/>
        </pc:sldMkLst>
        <pc:spChg chg="mod">
          <ac:chgData name="Roshan R" userId="1ee295697b281842" providerId="LiveId" clId="{CA961842-F700-493C-9F9F-25B6721ED7A2}" dt="2026-08-10T11:25:34.632" v="190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Roshan R" userId="1ee295697b281842" providerId="LiveId" clId="{CA961842-F700-493C-9F9F-25B6721ED7A2}" dt="2026-08-10T11:18:03.853" v="122" actId="12"/>
          <ac:spMkLst>
            <pc:docMk/>
            <pc:sldMk cId="0" sldId="258"/>
            <ac:spMk id="15" creationId="{B52A0C55-59A9-3AD7-1AB0-A7B151905A1B}"/>
          </ac:spMkLst>
        </pc:spChg>
        <pc:picChg chg="add mod">
          <ac:chgData name="Roshan R" userId="1ee295697b281842" providerId="LiveId" clId="{CA961842-F700-493C-9F9F-25B6721ED7A2}" dt="2026-08-10T11:19:10.293" v="135" actId="1076"/>
          <ac:picMkLst>
            <pc:docMk/>
            <pc:sldMk cId="0" sldId="258"/>
            <ac:picMk id="12" creationId="{9EFBBD52-5FED-E9C3-8397-87B72A73B6B6}"/>
          </ac:picMkLst>
        </pc:picChg>
      </pc:sldChg>
      <pc:sldChg chg="addSp delSp modSp mod">
        <pc:chgData name="Roshan R" userId="1ee295697b281842" providerId="LiveId" clId="{CA961842-F700-493C-9F9F-25B6721ED7A2}" dt="2026-08-10T11:27:17.570" v="213" actId="1076"/>
        <pc:sldMkLst>
          <pc:docMk/>
          <pc:sldMk cId="1400762106" sldId="274"/>
        </pc:sldMkLst>
        <pc:spChg chg="mod">
          <ac:chgData name="Roshan R" userId="1ee295697b281842" providerId="LiveId" clId="{CA961842-F700-493C-9F9F-25B6721ED7A2}" dt="2026-08-10T11:26:37.034" v="203" actId="113"/>
          <ac:spMkLst>
            <pc:docMk/>
            <pc:sldMk cId="1400762106" sldId="274"/>
            <ac:spMk id="7" creationId="{2F93D015-5089-3C89-032E-927E15CC6779}"/>
          </ac:spMkLst>
        </pc:spChg>
        <pc:spChg chg="del mod">
          <ac:chgData name="Roshan R" userId="1ee295697b281842" providerId="LiveId" clId="{CA961842-F700-493C-9F9F-25B6721ED7A2}" dt="2026-08-10T11:26:37.690" v="205"/>
          <ac:spMkLst>
            <pc:docMk/>
            <pc:sldMk cId="1400762106" sldId="274"/>
            <ac:spMk id="8" creationId="{D2A0F056-C9F4-8F14-0FDF-703C415B3FCE}"/>
          </ac:spMkLst>
        </pc:spChg>
        <pc:picChg chg="add mod">
          <ac:chgData name="Roshan R" userId="1ee295697b281842" providerId="LiveId" clId="{CA961842-F700-493C-9F9F-25B6721ED7A2}" dt="2026-08-10T11:27:17.570" v="213" actId="1076"/>
          <ac:picMkLst>
            <pc:docMk/>
            <pc:sldMk cId="1400762106" sldId="274"/>
            <ac:picMk id="9" creationId="{C2458280-7402-64C9-1EA0-52A4BC4E4096}"/>
          </ac:picMkLst>
        </pc:picChg>
      </pc:sldChg>
      <pc:sldChg chg="addSp delSp modSp mod">
        <pc:chgData name="Roshan R" userId="1ee295697b281842" providerId="LiveId" clId="{CA961842-F700-493C-9F9F-25B6721ED7A2}" dt="2026-08-10T11:48:43.170" v="318" actId="12"/>
        <pc:sldMkLst>
          <pc:docMk/>
          <pc:sldMk cId="629290418" sldId="282"/>
        </pc:sldMkLst>
        <pc:spChg chg="add mod">
          <ac:chgData name="Roshan R" userId="1ee295697b281842" providerId="LiveId" clId="{CA961842-F700-493C-9F9F-25B6721ED7A2}" dt="2026-08-10T11:25:42.457" v="191" actId="113"/>
          <ac:spMkLst>
            <pc:docMk/>
            <pc:sldMk cId="629290418" sldId="282"/>
            <ac:spMk id="2" creationId="{26065DEF-462A-EAB5-8BB9-AE97F9ED96D4}"/>
          </ac:spMkLst>
        </pc:spChg>
        <pc:spChg chg="del mod">
          <ac:chgData name="Roshan R" userId="1ee295697b281842" providerId="LiveId" clId="{CA961842-F700-493C-9F9F-25B6721ED7A2}" dt="2026-08-10T11:20:37.106" v="140"/>
          <ac:spMkLst>
            <pc:docMk/>
            <pc:sldMk cId="629290418" sldId="282"/>
            <ac:spMk id="4" creationId="{51BD9380-5D1C-42FC-7AF9-04B94F188F73}"/>
          </ac:spMkLst>
        </pc:spChg>
        <pc:spChg chg="add del mod">
          <ac:chgData name="Roshan R" userId="1ee295697b281842" providerId="LiveId" clId="{CA961842-F700-493C-9F9F-25B6721ED7A2}" dt="2026-08-10T11:23:18.514" v="174"/>
          <ac:spMkLst>
            <pc:docMk/>
            <pc:sldMk cId="629290418" sldId="282"/>
            <ac:spMk id="7" creationId="{0494D142-3D9C-B4C8-966E-6D4956DCB2C2}"/>
          </ac:spMkLst>
        </pc:spChg>
        <pc:spChg chg="mod">
          <ac:chgData name="Roshan R" userId="1ee295697b281842" providerId="LiveId" clId="{CA961842-F700-493C-9F9F-25B6721ED7A2}" dt="2026-08-10T11:48:43.170" v="318" actId="12"/>
          <ac:spMkLst>
            <pc:docMk/>
            <pc:sldMk cId="629290418" sldId="282"/>
            <ac:spMk id="8" creationId="{401A652C-A6AA-2EAE-53B3-5FB4E3EB257B}"/>
          </ac:spMkLst>
        </pc:spChg>
        <pc:spChg chg="add mod">
          <ac:chgData name="Roshan R" userId="1ee295697b281842" providerId="LiveId" clId="{CA961842-F700-493C-9F9F-25B6721ED7A2}" dt="2026-08-10T11:32:56.475" v="268" actId="255"/>
          <ac:spMkLst>
            <pc:docMk/>
            <pc:sldMk cId="629290418" sldId="282"/>
            <ac:spMk id="9" creationId="{745DB631-3960-5863-82CB-CC9143ECC594}"/>
          </ac:spMkLst>
        </pc:spChg>
        <pc:graphicFrameChg chg="del modGraphic">
          <ac:chgData name="Roshan R" userId="1ee295697b281842" providerId="LiveId" clId="{CA961842-F700-493C-9F9F-25B6721ED7A2}" dt="2026-08-10T11:20:31.922" v="137" actId="478"/>
          <ac:graphicFrameMkLst>
            <pc:docMk/>
            <pc:sldMk cId="629290418" sldId="282"/>
            <ac:graphicFrameMk id="3" creationId="{CF115815-C8E8-A9F6-D3DF-B23625E2D914}"/>
          </ac:graphicFrameMkLst>
        </pc:graphicFrameChg>
        <pc:picChg chg="add del mod">
          <ac:chgData name="Roshan R" userId="1ee295697b281842" providerId="LiveId" clId="{CA961842-F700-493C-9F9F-25B6721ED7A2}" dt="2026-08-10T11:27:09.979" v="211" actId="931"/>
          <ac:picMkLst>
            <pc:docMk/>
            <pc:sldMk cId="629290418" sldId="282"/>
            <ac:picMk id="11" creationId="{0146F095-027B-D952-2E55-210B74DE7DA3}"/>
          </ac:picMkLst>
        </pc:picChg>
      </pc:sldChg>
      <pc:sldChg chg="addSp delSp modSp mod">
        <pc:chgData name="Roshan R" userId="1ee295697b281842" providerId="LiveId" clId="{CA961842-F700-493C-9F9F-25B6721ED7A2}" dt="2026-08-10T11:50:40.952" v="333" actId="113"/>
        <pc:sldMkLst>
          <pc:docMk/>
          <pc:sldMk cId="555764969" sldId="283"/>
        </pc:sldMkLst>
        <pc:spChg chg="add mod">
          <ac:chgData name="Roshan R" userId="1ee295697b281842" providerId="LiveId" clId="{CA961842-F700-493C-9F9F-25B6721ED7A2}" dt="2026-08-10T11:28:14.360" v="224" actId="1076"/>
          <ac:spMkLst>
            <pc:docMk/>
            <pc:sldMk cId="555764969" sldId="283"/>
            <ac:spMk id="2" creationId="{B7C7C1F8-8289-C57C-43A3-07A747CFA849}"/>
          </ac:spMkLst>
        </pc:spChg>
        <pc:spChg chg="del mod">
          <ac:chgData name="Roshan R" userId="1ee295697b281842" providerId="LiveId" clId="{CA961842-F700-493C-9F9F-25B6721ED7A2}" dt="2026-08-10T11:27:46.436" v="218"/>
          <ac:spMkLst>
            <pc:docMk/>
            <pc:sldMk cId="555764969" sldId="283"/>
            <ac:spMk id="4" creationId="{73C9E799-D415-F36C-F350-6E05DB3EB429}"/>
          </ac:spMkLst>
        </pc:spChg>
        <pc:spChg chg="mod">
          <ac:chgData name="Roshan R" userId="1ee295697b281842" providerId="LiveId" clId="{CA961842-F700-493C-9F9F-25B6721ED7A2}" dt="2026-08-10T11:28:07.349" v="223" actId="1076"/>
          <ac:spMkLst>
            <pc:docMk/>
            <pc:sldMk cId="555764969" sldId="283"/>
            <ac:spMk id="5" creationId="{96898116-C16F-18EA-190A-2AA19D2B8685}"/>
          </ac:spMkLst>
        </pc:spChg>
        <pc:spChg chg="mod">
          <ac:chgData name="Roshan R" userId="1ee295697b281842" providerId="LiveId" clId="{CA961842-F700-493C-9F9F-25B6721ED7A2}" dt="2026-08-10T11:50:40.952" v="333" actId="113"/>
          <ac:spMkLst>
            <pc:docMk/>
            <pc:sldMk cId="555764969" sldId="283"/>
            <ac:spMk id="8" creationId="{C95A48B9-FAF1-F29B-05FD-37AAA419B71C}"/>
          </ac:spMkLst>
        </pc:spChg>
      </pc:sldChg>
      <pc:sldChg chg="addSp delSp modSp mod">
        <pc:chgData name="Roshan R" userId="1ee295697b281842" providerId="LiveId" clId="{CA961842-F700-493C-9F9F-25B6721ED7A2}" dt="2026-08-10T11:31:33.051" v="253" actId="1076"/>
        <pc:sldMkLst>
          <pc:docMk/>
          <pc:sldMk cId="59557892" sldId="284"/>
        </pc:sldMkLst>
        <pc:spChg chg="mod">
          <ac:chgData name="Roshan R" userId="1ee295697b281842" providerId="LiveId" clId="{CA961842-F700-493C-9F9F-25B6721ED7A2}" dt="2026-08-10T11:31:16.840" v="250" actId="1076"/>
          <ac:spMkLst>
            <pc:docMk/>
            <pc:sldMk cId="59557892" sldId="284"/>
            <ac:spMk id="10" creationId="{C6160901-20C0-7D8E-1E3C-74AF02B26F6C}"/>
          </ac:spMkLst>
        </pc:spChg>
        <pc:picChg chg="add mod">
          <ac:chgData name="Roshan R" userId="1ee295697b281842" providerId="LiveId" clId="{CA961842-F700-493C-9F9F-25B6721ED7A2}" dt="2026-08-10T11:31:33.051" v="253" actId="1076"/>
          <ac:picMkLst>
            <pc:docMk/>
            <pc:sldMk cId="59557892" sldId="284"/>
            <ac:picMk id="7" creationId="{4B75204C-0DF8-BD53-0D84-D6FC413CDF36}"/>
          </ac:picMkLst>
        </pc:picChg>
        <pc:picChg chg="del">
          <ac:chgData name="Roshan R" userId="1ee295697b281842" providerId="LiveId" clId="{CA961842-F700-493C-9F9F-25B6721ED7A2}" dt="2026-08-10T11:30:36.766" v="246" actId="478"/>
          <ac:picMkLst>
            <pc:docMk/>
            <pc:sldMk cId="59557892" sldId="284"/>
            <ac:picMk id="8" creationId="{006F2D28-EBFD-F060-F1A4-B04A9E34CEAE}"/>
          </ac:picMkLst>
        </pc:picChg>
      </pc:sldChg>
      <pc:sldChg chg="addSp delSp modSp mod">
        <pc:chgData name="Roshan R" userId="1ee295697b281842" providerId="LiveId" clId="{CA961842-F700-493C-9F9F-25B6721ED7A2}" dt="2026-08-10T11:51:54.796" v="343" actId="12"/>
        <pc:sldMkLst>
          <pc:docMk/>
          <pc:sldMk cId="3722222330" sldId="294"/>
        </pc:sldMkLst>
        <pc:spChg chg="mod">
          <ac:chgData name="Roshan R" userId="1ee295697b281842" providerId="LiveId" clId="{CA961842-F700-493C-9F9F-25B6721ED7A2}" dt="2026-08-10T11:32:03.475" v="257" actId="1076"/>
          <ac:spMkLst>
            <pc:docMk/>
            <pc:sldMk cId="3722222330" sldId="294"/>
            <ac:spMk id="2" creationId="{10721BC0-998C-13E5-2AA6-F4693CC4FA32}"/>
          </ac:spMkLst>
        </pc:spChg>
        <pc:spChg chg="del mod">
          <ac:chgData name="Roshan R" userId="1ee295697b281842" providerId="LiveId" clId="{CA961842-F700-493C-9F9F-25B6721ED7A2}" dt="2026-08-10T11:32:15.252" v="262"/>
          <ac:spMkLst>
            <pc:docMk/>
            <pc:sldMk cId="3722222330" sldId="294"/>
            <ac:spMk id="3" creationId="{86561705-B205-212A-C98E-13387D604151}"/>
          </ac:spMkLst>
        </pc:spChg>
        <pc:spChg chg="add mod">
          <ac:chgData name="Roshan R" userId="1ee295697b281842" providerId="LiveId" clId="{CA961842-F700-493C-9F9F-25B6721ED7A2}" dt="2026-08-10T11:33:11.197" v="270" actId="1076"/>
          <ac:spMkLst>
            <pc:docMk/>
            <pc:sldMk cId="3722222330" sldId="294"/>
            <ac:spMk id="6" creationId="{CCEA3F29-0108-3240-BB7F-00CABB09C90B}"/>
          </ac:spMkLst>
        </pc:spChg>
        <pc:spChg chg="add mod">
          <ac:chgData name="Roshan R" userId="1ee295697b281842" providerId="LiveId" clId="{CA961842-F700-493C-9F9F-25B6721ED7A2}" dt="2026-08-10T11:51:54.796" v="343" actId="12"/>
          <ac:spMkLst>
            <pc:docMk/>
            <pc:sldMk cId="3722222330" sldId="294"/>
            <ac:spMk id="9" creationId="{6BA52A81-4A19-D4A1-2A05-992BD359EDAA}"/>
          </ac:spMkLst>
        </pc:spChg>
      </pc:sldChg>
      <pc:sldChg chg="del">
        <pc:chgData name="Roshan R" userId="1ee295697b281842" providerId="LiveId" clId="{CA961842-F700-493C-9F9F-25B6721ED7A2}" dt="2026-08-10T11:35:44.924" v="283" actId="2696"/>
        <pc:sldMkLst>
          <pc:docMk/>
          <pc:sldMk cId="559661800" sldId="295"/>
        </pc:sldMkLst>
      </pc:sldChg>
      <pc:sldChg chg="del">
        <pc:chgData name="Roshan R" userId="1ee295697b281842" providerId="LiveId" clId="{CA961842-F700-493C-9F9F-25B6721ED7A2}" dt="2026-08-10T11:35:49.125" v="284" actId="2696"/>
        <pc:sldMkLst>
          <pc:docMk/>
          <pc:sldMk cId="1561474391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DA97A0-E165-AC58-9B36-BA7BB4F7CE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7D99D-C451-6C6C-F7B8-2BB5D393E4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13BE1-84D1-4153-8EF8-3BC4714FA7E5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60D15-66B2-A7D6-1DD4-161E0352C7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B8107-C644-E70A-455E-83F8885DF0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8BEA4-3722-4E40-8969-95F548E02A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911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E0C07-4ECA-4CAF-BF9B-CE69E0EBBAF3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0CA88-6CBC-4381-9999-2D560C378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99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35CC3-2836-14CD-3FC0-FC6C2AD98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75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A3FF2-8B0E-7109-5D39-E6A4CF54F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40CA88-6CBC-4381-9999-2D560C378F9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2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7AE8-D885-4584-A5A8-14F6625B4D3D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6E964-6B4F-45B6-852F-24972C15092A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89D42-946A-434D-A79B-D9D4BF5FD208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410FE-A5DE-44A8-9610-86B02ABF0D42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FFBE4-D36E-4C9D-907F-8D44A2619840}" type="datetime1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3923-89E7-4AE5-9F6A-B0F5AE0CAEAC}" type="datetime1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88FA-665E-4582-88F3-42CEC83C15C0}" type="datetime1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5DCFB-3279-4B72-AE30-BB9D4C44FBA5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8D71C-5440-4494-B8A1-CE439D859C5F}" type="datetime1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1757-7FED-4A50-88D3-AF943CEA58B0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92F5-E066-44F9-AD2F-B2978635BC8F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65E6C-E8DA-45FC-9E06-08A22CB19031}" type="datetime1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77281" y="0"/>
            <a:ext cx="3088591" cy="10287000"/>
            <a:chOff x="0" y="0"/>
            <a:chExt cx="81345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725255" y="7105272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10" y="0"/>
                </a:lnTo>
                <a:lnTo>
                  <a:pt x="7450510" y="7450510"/>
                </a:lnTo>
                <a:lnTo>
                  <a:pt x="0" y="74505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06625" y="-4304799"/>
            <a:ext cx="7450509" cy="7450509"/>
          </a:xfrm>
          <a:custGeom>
            <a:avLst/>
            <a:gdLst/>
            <a:ahLst/>
            <a:cxnLst/>
            <a:rect l="l" t="t" r="r" b="b"/>
            <a:pathLst>
              <a:path w="7450509" h="7450509">
                <a:moveTo>
                  <a:pt x="0" y="0"/>
                </a:moveTo>
                <a:lnTo>
                  <a:pt x="7450509" y="0"/>
                </a:lnTo>
                <a:lnTo>
                  <a:pt x="7450509" y="7450509"/>
                </a:lnTo>
                <a:lnTo>
                  <a:pt x="0" y="7450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3808338" y="573147"/>
            <a:ext cx="11301259" cy="1455037"/>
          </a:xfrm>
          <a:custGeom>
            <a:avLst/>
            <a:gdLst/>
            <a:ahLst/>
            <a:cxnLst/>
            <a:rect l="l" t="t" r="r" b="b"/>
            <a:pathLst>
              <a:path w="11301259" h="1455037">
                <a:moveTo>
                  <a:pt x="0" y="0"/>
                </a:moveTo>
                <a:lnTo>
                  <a:pt x="11301259" y="0"/>
                </a:lnTo>
                <a:lnTo>
                  <a:pt x="11301259" y="1455037"/>
                </a:lnTo>
                <a:lnTo>
                  <a:pt x="0" y="145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2667000" y="6896100"/>
            <a:ext cx="6626953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b="1" u="none" strike="noStrike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3200" dirty="0">
                <a:solidFill>
                  <a:srgbClr val="0101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Roshan R(192524085)</a:t>
            </a:r>
            <a:endParaRPr lang="en-US" sz="3200" u="none" strike="noStrike" dirty="0">
              <a:solidFill>
                <a:srgbClr val="0101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56236" y="5371231"/>
            <a:ext cx="12115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CSA0313</a:t>
            </a:r>
          </a:p>
          <a:p>
            <a:pPr algn="l">
              <a:lnSpc>
                <a:spcPts val="364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Name: </a:t>
            </a:r>
            <a:r>
              <a:rPr lang="en-US" sz="3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EE17D-B4B6-ABFA-CEC5-99EF084C8B3D}"/>
              </a:ext>
            </a:extLst>
          </p:cNvPr>
          <p:cNvSpPr txBox="1"/>
          <p:nvPr/>
        </p:nvSpPr>
        <p:spPr>
          <a:xfrm>
            <a:off x="3826267" y="2294558"/>
            <a:ext cx="123173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CO3-AT2- INTERACTIVE TREE SIMULATOR</a:t>
            </a:r>
          </a:p>
          <a:p>
            <a:pPr algn="ctr"/>
            <a:endParaRPr lang="en-IN" sz="4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CF6393-B220-1E9E-5AF3-7E9E56AC5F02}"/>
              </a:ext>
            </a:extLst>
          </p:cNvPr>
          <p:cNvSpPr txBox="1"/>
          <p:nvPr/>
        </p:nvSpPr>
        <p:spPr>
          <a:xfrm>
            <a:off x="11753625" y="6896100"/>
            <a:ext cx="4953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 "/>
              </a:rPr>
              <a:t>Under the supervision</a:t>
            </a:r>
            <a:r>
              <a:rPr lang="en-US" sz="3200" dirty="0">
                <a:latin typeface="Times New Roman "/>
              </a:rPr>
              <a:t>: </a:t>
            </a:r>
          </a:p>
          <a:p>
            <a:r>
              <a:rPr lang="en-US" sz="3200" dirty="0">
                <a:latin typeface="Times New Roman "/>
              </a:rPr>
              <a:t>Dr. Shakila 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8E7C-BBC5-E032-DD4B-510A06CC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0601" y="497095"/>
            <a:ext cx="6546798" cy="110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043"/>
              </a:lnSpc>
              <a:spcBef>
                <a:spcPct val="0"/>
              </a:spcBef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1 — Basic</a:t>
            </a:r>
            <a:endParaRPr lang="en-US" sz="7200" b="1" u="none" strike="noStrike" spc="83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-34635" y="58148"/>
            <a:ext cx="948990" cy="10287000"/>
            <a:chOff x="0" y="0"/>
            <a:chExt cx="813456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3456" cy="2709333"/>
            </a:xfrm>
            <a:custGeom>
              <a:avLst/>
              <a:gdLst/>
              <a:ahLst/>
              <a:cxnLst/>
              <a:rect l="l" t="t" r="r" b="b"/>
              <a:pathLst>
                <a:path w="813456" h="2709333">
                  <a:moveTo>
                    <a:pt x="0" y="0"/>
                  </a:moveTo>
                  <a:lnTo>
                    <a:pt x="813456" y="0"/>
                  </a:lnTo>
                  <a:lnTo>
                    <a:pt x="813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3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-2421094" y="4207228"/>
            <a:ext cx="8543440" cy="1872544"/>
          </a:xfrm>
          <a:custGeom>
            <a:avLst/>
            <a:gdLst/>
            <a:ahLst/>
            <a:cxnLst/>
            <a:rect l="l" t="t" r="r" b="b"/>
            <a:pathLst>
              <a:path w="8543440" h="1872544">
                <a:moveTo>
                  <a:pt x="0" y="0"/>
                </a:moveTo>
                <a:lnTo>
                  <a:pt x="8543440" y="0"/>
                </a:lnTo>
                <a:lnTo>
                  <a:pt x="8543440" y="1872544"/>
                </a:lnTo>
                <a:lnTo>
                  <a:pt x="0" y="1872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3852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52A0C55-59A9-3AD7-1AB0-A7B15190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173" y="5567118"/>
            <a:ext cx="1517483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E8FD4-AAE6-7682-A7AC-FE2C2890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D7377-0BC6-C96D-191D-AF98A9539E5B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2</a:t>
            </a:r>
            <a:endParaRPr lang="en-IN" sz="3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FBBD52-5FED-E9C3-8397-87B72A73B6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019300"/>
            <a:ext cx="11762034" cy="6736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8B643E56-5BAC-A530-6ADC-4986B4B85D83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022130C4-BDF0-996D-86E6-982EE1540E67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1A652C-A6AA-2EAE-53B3-5FB4E3EB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21847" y="3543300"/>
            <a:ext cx="10668000" cy="4800600"/>
          </a:xfrm>
        </p:spPr>
        <p:txBody>
          <a:bodyPr/>
          <a:lstStyle/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50, 30, 70, 20, 40, 60, 80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nodes: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20, 40, 60, 80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lvl="0" algn="l"/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65DEF-462A-EAB5-8BB9-AE97F9ED96D4}"/>
              </a:ext>
            </a:extLst>
          </p:cNvPr>
          <p:cNvSpPr txBox="1"/>
          <p:nvPr/>
        </p:nvSpPr>
        <p:spPr>
          <a:xfrm>
            <a:off x="7016466" y="937852"/>
            <a:ext cx="2646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DB631-3960-5863-82CB-CC9143ECC594}"/>
              </a:ext>
            </a:extLst>
          </p:cNvPr>
          <p:cNvSpPr txBox="1"/>
          <p:nvPr/>
        </p:nvSpPr>
        <p:spPr>
          <a:xfrm>
            <a:off x="2321847" y="2558533"/>
            <a:ext cx="11478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Visualizer and Converter</a:t>
            </a:r>
          </a:p>
        </p:txBody>
      </p:sp>
    </p:spTree>
    <p:extLst>
      <p:ext uri="{BB962C8B-B14F-4D97-AF65-F5344CB8AC3E}">
        <p14:creationId xmlns:p14="http://schemas.microsoft.com/office/powerpoint/2010/main" val="6292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969B5C8-FB5B-9C52-8B7E-7E3013ACB6B1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A042D3C2-E683-B793-33A8-135EAD4C446A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3D015-5089-3C89-032E-927E15CC6779}"/>
              </a:ext>
            </a:extLst>
          </p:cNvPr>
          <p:cNvSpPr txBox="1"/>
          <p:nvPr/>
        </p:nvSpPr>
        <p:spPr>
          <a:xfrm>
            <a:off x="4953000" y="623317"/>
            <a:ext cx="815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2 — Unbalanced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D9BB6-CB0E-2B18-C0A4-037ED2E2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1E478-53D7-2517-F232-6EC42CA1AC34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4</a:t>
            </a:r>
            <a:endParaRPr lang="en-IN" sz="3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458280-7402-64C9-1EA0-52A4BC4E4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320" y="2324100"/>
            <a:ext cx="14075360" cy="69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6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134D57F-4494-FDB7-7498-10E71BE43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98116-C16F-18EA-190A-2AA19D2B8685}"/>
              </a:ext>
            </a:extLst>
          </p:cNvPr>
          <p:cNvSpPr txBox="1"/>
          <p:nvPr/>
        </p:nvSpPr>
        <p:spPr>
          <a:xfrm>
            <a:off x="6896100" y="811245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F7C4F40-ABF2-95DD-875E-4E22A50F8697}"/>
              </a:ext>
            </a:extLst>
          </p:cNvPr>
          <p:cNvSpPr/>
          <p:nvPr/>
        </p:nvSpPr>
        <p:spPr>
          <a:xfrm>
            <a:off x="-457200" y="184666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57F35C3E-0308-227A-D7AB-5FB32C2C3C3B}"/>
              </a:ext>
            </a:extLst>
          </p:cNvPr>
          <p:cNvSpPr/>
          <p:nvPr/>
        </p:nvSpPr>
        <p:spPr>
          <a:xfrm>
            <a:off x="16306800" y="104777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5A48B9-FAF1-F29B-05FD-37AAA419B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667000" y="5143500"/>
            <a:ext cx="9906000" cy="891085"/>
          </a:xfrm>
        </p:spPr>
        <p:txBody>
          <a:bodyPr/>
          <a:lstStyle/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50, 30, 70, 20, 40, 60, 90, 10, 25, 80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nodes: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Levels: </a:t>
            </a:r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lvl="0" algn="l"/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24140-AB7E-3111-1508-6AD9330CAB69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3</a:t>
            </a:r>
            <a:endParaRPr lang="en-IN" sz="3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C7C1F8-8289-C57C-43A3-07A747CFA849}"/>
              </a:ext>
            </a:extLst>
          </p:cNvPr>
          <p:cNvSpPr txBox="1"/>
          <p:nvPr/>
        </p:nvSpPr>
        <p:spPr>
          <a:xfrm>
            <a:off x="2667000" y="2476500"/>
            <a:ext cx="114785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Visualizer and Converter</a:t>
            </a:r>
          </a:p>
        </p:txBody>
      </p:sp>
    </p:spTree>
    <p:extLst>
      <p:ext uri="{BB962C8B-B14F-4D97-AF65-F5344CB8AC3E}">
        <p14:creationId xmlns:p14="http://schemas.microsoft.com/office/powerpoint/2010/main" val="555764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761780DF-02C7-1494-358E-213AA6037ACE}"/>
              </a:ext>
            </a:extLst>
          </p:cNvPr>
          <p:cNvSpPr/>
          <p:nvPr/>
        </p:nvSpPr>
        <p:spPr>
          <a:xfrm>
            <a:off x="-8382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CF5FB739-A84E-0397-A310-AF099E76C098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60901-20C0-7D8E-1E3C-74AF02B26F6C}"/>
              </a:ext>
            </a:extLst>
          </p:cNvPr>
          <p:cNvSpPr txBox="1"/>
          <p:nvPr/>
        </p:nvSpPr>
        <p:spPr>
          <a:xfrm>
            <a:off x="5221790" y="623317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3 — Advanced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7A9-4AC2-174C-221B-4E77735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37618-D3B4-E8E3-C9C4-262A5C217E53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6</a:t>
            </a:r>
            <a:endParaRPr lang="en-IN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75204C-0DF8-BD53-0D84-D6FC413CD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163" y="1943100"/>
            <a:ext cx="13305673" cy="714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7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21BC0-998C-13E5-2AA6-F4693CC4FA32}"/>
              </a:ext>
            </a:extLst>
          </p:cNvPr>
          <p:cNvSpPr txBox="1"/>
          <p:nvPr/>
        </p:nvSpPr>
        <p:spPr>
          <a:xfrm>
            <a:off x="7010400" y="612111"/>
            <a:ext cx="701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D04AD4F-FA34-93F3-32BF-50971A089FDC}"/>
              </a:ext>
            </a:extLst>
          </p:cNvPr>
          <p:cNvSpPr/>
          <p:nvPr/>
        </p:nvSpPr>
        <p:spPr>
          <a:xfrm>
            <a:off x="16637851" y="24161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F078CDA-28F9-05F0-6B21-FA92E08808FD}"/>
              </a:ext>
            </a:extLst>
          </p:cNvPr>
          <p:cNvSpPr/>
          <p:nvPr/>
        </p:nvSpPr>
        <p:spPr>
          <a:xfrm>
            <a:off x="-762000" y="104049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83F98-A0F0-F481-62CF-4175E883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151B5-94DB-BCA9-2A6A-A4901CF44786}"/>
              </a:ext>
            </a:extLst>
          </p:cNvPr>
          <p:cNvSpPr txBox="1"/>
          <p:nvPr/>
        </p:nvSpPr>
        <p:spPr>
          <a:xfrm>
            <a:off x="17189373" y="9691322"/>
            <a:ext cx="8922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</a:t>
            </a:r>
            <a:endParaRPr lang="en-IN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A3F29-0108-3240-BB7F-00CABB09C90B}"/>
              </a:ext>
            </a:extLst>
          </p:cNvPr>
          <p:cNvSpPr txBox="1"/>
          <p:nvPr/>
        </p:nvSpPr>
        <p:spPr>
          <a:xfrm>
            <a:off x="2743200" y="2484100"/>
            <a:ext cx="1147852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 -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 Visualizer and Converter</a:t>
            </a:r>
          </a:p>
          <a:p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A52A81-4A19-D4A1-2A05-992BD359EDAA}"/>
              </a:ext>
            </a:extLst>
          </p:cNvPr>
          <p:cNvSpPr txBox="1"/>
          <p:nvPr/>
        </p:nvSpPr>
        <p:spPr>
          <a:xfrm>
            <a:off x="2927563" y="3928409"/>
            <a:ext cx="1395927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60, 35, 85, 20, 45, 75, 95, 10, 25, 40, 50, 70, 80, 90, 100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nodes: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Root: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nodes: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10, 25, 40, 50, 70, 80, 90, 100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Levels: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2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9956" y="5944026"/>
            <a:ext cx="19947911" cy="7894014"/>
            <a:chOff x="0" y="0"/>
            <a:chExt cx="5039628" cy="1994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28" cy="1994339"/>
            </a:xfrm>
            <a:custGeom>
              <a:avLst/>
              <a:gdLst/>
              <a:ahLst/>
              <a:cxnLst/>
              <a:rect l="l" t="t" r="r" b="b"/>
              <a:pathLst>
                <a:path w="5039628" h="1994339">
                  <a:moveTo>
                    <a:pt x="0" y="0"/>
                  </a:moveTo>
                  <a:lnTo>
                    <a:pt x="5039628" y="0"/>
                  </a:lnTo>
                  <a:lnTo>
                    <a:pt x="5039628" y="1994339"/>
                  </a:lnTo>
                  <a:lnTo>
                    <a:pt x="0" y="1994339"/>
                  </a:lnTo>
                  <a:close/>
                </a:path>
              </a:pathLst>
            </a:custGeom>
            <a:solidFill>
              <a:srgbClr val="DFD3C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39628" cy="205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0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571718">
            <a:off x="-2175741" y="8229600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4" y="0"/>
                </a:lnTo>
                <a:lnTo>
                  <a:pt x="3992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8100000">
            <a:off x="15981942" y="-1788025"/>
            <a:ext cx="3992153" cy="4114800"/>
          </a:xfrm>
          <a:custGeom>
            <a:avLst/>
            <a:gdLst/>
            <a:ahLst/>
            <a:cxnLst/>
            <a:rect l="l" t="t" r="r" b="b"/>
            <a:pathLst>
              <a:path w="3992153" h="4114800">
                <a:moveTo>
                  <a:pt x="0" y="0"/>
                </a:moveTo>
                <a:lnTo>
                  <a:pt x="3992153" y="0"/>
                </a:lnTo>
                <a:lnTo>
                  <a:pt x="39921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3318080" y="3040988"/>
            <a:ext cx="9684591" cy="2152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8798"/>
              </a:lnSpc>
              <a:spcBef>
                <a:spcPct val="0"/>
              </a:spcBef>
            </a:pPr>
            <a:r>
              <a:rPr lang="en-US" sz="114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US" sz="1146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3183332" y="3574388"/>
            <a:ext cx="1786588" cy="1676145"/>
          </a:xfrm>
          <a:custGeom>
            <a:avLst/>
            <a:gdLst/>
            <a:ahLst/>
            <a:cxnLst/>
            <a:rect l="l" t="t" r="r" b="b"/>
            <a:pathLst>
              <a:path w="1786588" h="1676145">
                <a:moveTo>
                  <a:pt x="0" y="0"/>
                </a:moveTo>
                <a:lnTo>
                  <a:pt x="1786589" y="0"/>
                </a:lnTo>
                <a:lnTo>
                  <a:pt x="1786589" y="1676145"/>
                </a:lnTo>
                <a:lnTo>
                  <a:pt x="0" y="1676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-598564" y="58148"/>
            <a:ext cx="3254529" cy="1627264"/>
          </a:xfrm>
          <a:custGeom>
            <a:avLst/>
            <a:gdLst/>
            <a:ahLst/>
            <a:cxnLst/>
            <a:rect l="l" t="t" r="r" b="b"/>
            <a:pathLst>
              <a:path w="3254529" h="1627264">
                <a:moveTo>
                  <a:pt x="0" y="0"/>
                </a:moveTo>
                <a:lnTo>
                  <a:pt x="3254528" y="0"/>
                </a:lnTo>
                <a:lnTo>
                  <a:pt x="3254528" y="1627264"/>
                </a:lnTo>
                <a:lnTo>
                  <a:pt x="0" y="162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437013" y="-21740"/>
            <a:ext cx="1644573" cy="1787041"/>
          </a:xfrm>
          <a:custGeom>
            <a:avLst/>
            <a:gdLst/>
            <a:ahLst/>
            <a:cxnLst/>
            <a:rect l="l" t="t" r="r" b="b"/>
            <a:pathLst>
              <a:path w="1644573" h="1787041">
                <a:moveTo>
                  <a:pt x="0" y="0"/>
                </a:moveTo>
                <a:lnTo>
                  <a:pt x="1644574" y="0"/>
                </a:lnTo>
                <a:lnTo>
                  <a:pt x="1644574" y="1787041"/>
                </a:lnTo>
                <a:lnTo>
                  <a:pt x="0" y="17870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3DF85E-9DF7-7110-E339-508D0150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217</Words>
  <Application>Microsoft Office PowerPoint</Application>
  <PresentationFormat>Custom</PresentationFormat>
  <Paragraphs>46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Aptos</vt:lpstr>
      <vt:lpstr>Arial</vt:lpstr>
      <vt:lpstr>Times New Roman 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9</dc:title>
  <dc:creator>Reshma B S</dc:creator>
  <cp:lastModifiedBy>Roshan R</cp:lastModifiedBy>
  <cp:revision>17</cp:revision>
  <dcterms:created xsi:type="dcterms:W3CDTF">2006-08-16T00:00:00Z</dcterms:created>
  <dcterms:modified xsi:type="dcterms:W3CDTF">2026-08-10T11:51:56Z</dcterms:modified>
  <dc:identifier>DAG7rX9f_jA</dc:identifier>
</cp:coreProperties>
</file>